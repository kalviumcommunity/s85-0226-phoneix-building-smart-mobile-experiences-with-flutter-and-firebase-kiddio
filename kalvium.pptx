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Archivo Black" charset="1" panose="020B0A03020202020B04"/>
      <p:regular r:id="rId7"/>
    </p:embeddedFont>
    <p:embeddedFont>
      <p:font typeface="Poppins Bold" charset="1" panose="02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521330">
            <a:off x="4522202" y="1734737"/>
            <a:ext cx="14167639" cy="7119239"/>
          </a:xfrm>
          <a:custGeom>
            <a:avLst/>
            <a:gdLst/>
            <a:ahLst/>
            <a:cxnLst/>
            <a:rect r="r" b="b" t="t" l="l"/>
            <a:pathLst>
              <a:path h="7119239" w="14167639">
                <a:moveTo>
                  <a:pt x="0" y="0"/>
                </a:moveTo>
                <a:lnTo>
                  <a:pt x="14167639" y="0"/>
                </a:lnTo>
                <a:lnTo>
                  <a:pt x="14167639" y="7119238"/>
                </a:lnTo>
                <a:lnTo>
                  <a:pt x="0" y="7119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589607" y="0"/>
            <a:ext cx="8698393" cy="10400373"/>
            <a:chOff x="0" y="0"/>
            <a:chExt cx="8603361" cy="1028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2794" y="-127"/>
              <a:ext cx="8606155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8606155">
                  <a:moveTo>
                    <a:pt x="8606155" y="10251440"/>
                  </a:moveTo>
                  <a:cubicBezTo>
                    <a:pt x="8606155" y="10284587"/>
                    <a:pt x="8595487" y="10286873"/>
                    <a:pt x="8567674" y="10286873"/>
                  </a:cubicBezTo>
                  <a:cubicBezTo>
                    <a:pt x="5713095" y="10286238"/>
                    <a:pt x="2858643" y="10286238"/>
                    <a:pt x="4064" y="10286238"/>
                  </a:cubicBezTo>
                  <a:cubicBezTo>
                    <a:pt x="0" y="10272395"/>
                    <a:pt x="6350" y="10259822"/>
                    <a:pt x="9271" y="10246995"/>
                  </a:cubicBezTo>
                  <a:cubicBezTo>
                    <a:pt x="134747" y="9685401"/>
                    <a:pt x="260350" y="9123934"/>
                    <a:pt x="386207" y="8562467"/>
                  </a:cubicBezTo>
                  <a:cubicBezTo>
                    <a:pt x="565658" y="7761986"/>
                    <a:pt x="745490" y="6961632"/>
                    <a:pt x="924814" y="6161151"/>
                  </a:cubicBezTo>
                  <a:cubicBezTo>
                    <a:pt x="1146302" y="5172583"/>
                    <a:pt x="1367282" y="4184015"/>
                    <a:pt x="1588643" y="3195574"/>
                  </a:cubicBezTo>
                  <a:cubicBezTo>
                    <a:pt x="1813560" y="2191385"/>
                    <a:pt x="2038604" y="1187323"/>
                    <a:pt x="2264156" y="183261"/>
                  </a:cubicBezTo>
                  <a:cubicBezTo>
                    <a:pt x="2277872" y="122174"/>
                    <a:pt x="2286635" y="59690"/>
                    <a:pt x="2308860" y="635"/>
                  </a:cubicBezTo>
                  <a:cubicBezTo>
                    <a:pt x="4395216" y="635"/>
                    <a:pt x="6481572" y="635"/>
                    <a:pt x="8567928" y="0"/>
                  </a:cubicBezTo>
                  <a:cubicBezTo>
                    <a:pt x="8596249" y="0"/>
                    <a:pt x="8605901" y="3429"/>
                    <a:pt x="8605901" y="35814"/>
                  </a:cubicBezTo>
                  <a:cubicBezTo>
                    <a:pt x="8605139" y="3441065"/>
                    <a:pt x="8605139" y="6846316"/>
                    <a:pt x="8606155" y="10251440"/>
                  </a:cubicBezTo>
                  <a:close/>
                </a:path>
              </a:pathLst>
            </a:custGeom>
            <a:blipFill>
              <a:blip r:embed="rId4"/>
              <a:stretch>
                <a:fillRect l="-114498" t="-230" r="-2201" b="-2063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91521" y="3349077"/>
            <a:ext cx="9904959" cy="3588846"/>
            <a:chOff x="0" y="0"/>
            <a:chExt cx="2608713" cy="9452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08713" cy="945211"/>
            </a:xfrm>
            <a:custGeom>
              <a:avLst/>
              <a:gdLst/>
              <a:ahLst/>
              <a:cxnLst/>
              <a:rect r="r" b="b" t="t" l="l"/>
              <a:pathLst>
                <a:path h="945211" w="2608713">
                  <a:moveTo>
                    <a:pt x="0" y="0"/>
                  </a:moveTo>
                  <a:lnTo>
                    <a:pt x="2608713" y="0"/>
                  </a:lnTo>
                  <a:lnTo>
                    <a:pt x="2608713" y="945211"/>
                  </a:lnTo>
                  <a:lnTo>
                    <a:pt x="0" y="9452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608713" cy="964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191521" y="6937923"/>
            <a:ext cx="9904959" cy="680751"/>
          </a:xfrm>
          <a:custGeom>
            <a:avLst/>
            <a:gdLst/>
            <a:ahLst/>
            <a:cxnLst/>
            <a:rect r="r" b="b" t="t" l="l"/>
            <a:pathLst>
              <a:path h="680751" w="9904959">
                <a:moveTo>
                  <a:pt x="0" y="0"/>
                </a:moveTo>
                <a:lnTo>
                  <a:pt x="9904958" y="0"/>
                </a:lnTo>
                <a:lnTo>
                  <a:pt x="9904958" y="680752"/>
                </a:lnTo>
                <a:lnTo>
                  <a:pt x="0" y="6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7363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441321" y="4130049"/>
            <a:ext cx="9405358" cy="2100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975"/>
              </a:lnSpc>
            </a:pPr>
            <a:r>
              <a:rPr lang="en-US" sz="12300" spc="172">
                <a:solidFill>
                  <a:srgbClr val="040506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71449" y="3464745"/>
            <a:ext cx="7345101" cy="893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4"/>
              </a:lnSpc>
            </a:pPr>
            <a:r>
              <a:rPr lang="en-US" sz="5286" spc="74">
                <a:solidFill>
                  <a:srgbClr val="040506"/>
                </a:solidFill>
                <a:latin typeface="Archivo Black"/>
                <a:ea typeface="Archivo Black"/>
                <a:cs typeface="Archivo Black"/>
                <a:sym typeface="Archivo Black"/>
              </a:rPr>
              <a:t>KALVIUM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345118" y="51282"/>
            <a:ext cx="2298305" cy="1984900"/>
          </a:xfrm>
          <a:custGeom>
            <a:avLst/>
            <a:gdLst/>
            <a:ahLst/>
            <a:cxnLst/>
            <a:rect r="r" b="b" t="t" l="l"/>
            <a:pathLst>
              <a:path h="1984900" w="2298305">
                <a:moveTo>
                  <a:pt x="0" y="0"/>
                </a:moveTo>
                <a:lnTo>
                  <a:pt x="2298304" y="0"/>
                </a:lnTo>
                <a:lnTo>
                  <a:pt x="2298304" y="1984900"/>
                </a:lnTo>
                <a:lnTo>
                  <a:pt x="0" y="1984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174626" y="492704"/>
            <a:ext cx="3691097" cy="136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20"/>
              </a:lnSpc>
            </a:pPr>
            <a:r>
              <a:rPr lang="en-US" sz="8085" spc="-202">
                <a:solidFill>
                  <a:srgbClr val="100F0D"/>
                </a:solidFill>
                <a:latin typeface="Poppins Bold"/>
                <a:ea typeface="Poppins Bold"/>
                <a:cs typeface="Poppins Bold"/>
                <a:sym typeface="Poppins Bold"/>
              </a:rPr>
              <a:t>M V 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32496" y="1828130"/>
            <a:ext cx="8334901" cy="73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0"/>
              </a:lnSpc>
            </a:pPr>
            <a:r>
              <a:rPr lang="en-US" b="true" sz="4043" spc="2021">
                <a:solidFill>
                  <a:srgbClr val="3DE2E5"/>
                </a:solidFill>
                <a:latin typeface="Poppins Bold"/>
                <a:ea typeface="Poppins Bold"/>
                <a:cs typeface="Poppins Bold"/>
                <a:sym typeface="Poppins Bold"/>
              </a:rPr>
              <a:t>INNOVATORS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DAGQhSPcLGk</dc:identifier>
  <dcterms:modified xsi:type="dcterms:W3CDTF">2011-08-01T06:04:30Z</dcterms:modified>
  <cp:revision>1</cp:revision>
  <dc:title>kalvium</dc:title>
</cp:coreProperties>
</file>