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kalvium</dc:title>
  <cp:lastModifiedBy>vansh thapar</cp:lastModifiedBy>
  <cp:revision>2</cp:revision>
  <dcterms:created xsi:type="dcterms:W3CDTF">2006-08-16T00:00:00Z</dcterms:created>
  <dcterms:modified xsi:type="dcterms:W3CDTF">2024-09-12T13:15:01Z</dcterms:modified>
  <dc:identifier>DAGQhSPcLGk</dc:identifier>
</cp:coreProperties>
</file>