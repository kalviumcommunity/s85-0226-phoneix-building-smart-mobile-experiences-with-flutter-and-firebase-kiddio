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18288000" cy="10287000"/>
  <p:notesSz cx="6858000" cy="9144000"/>
  <p:embeddedFontLst>
    <p:embeddedFont>
      <p:font typeface="Archivo Black" charset="1" panose="020B0A03020202020B04"/>
      <p:regular r:id="rId7"/>
    </p:embeddedFont>
    <p:embeddedFont>
      <p:font typeface="Montserrat Light Bold" charset="1" panose="00000800000000000000"/>
      <p:regular r:id="rId8"/>
    </p:embeddedFont>
    <p:embeddedFont>
      <p:font typeface="Montserrat Light" charset="1" panose="00000400000000000000"/>
      <p:regular r:id="rId9"/>
    </p:embeddedFont>
    <p:embeddedFont>
      <p:font typeface="Canva Sans Bold" charset="1" panose="020B0803030501040103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fonts/font7.fntdata" Type="http://schemas.openxmlformats.org/officeDocument/2006/relationships/font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4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764344">
            <a:off x="7499531" y="-923721"/>
            <a:ext cx="1088513" cy="11908815"/>
            <a:chOff x="0" y="0"/>
            <a:chExt cx="286687" cy="31364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6687" cy="3136478"/>
            </a:xfrm>
            <a:custGeom>
              <a:avLst/>
              <a:gdLst/>
              <a:ahLst/>
              <a:cxnLst/>
              <a:rect r="r" b="b" t="t" l="l"/>
              <a:pathLst>
                <a:path h="3136478" w="286687">
                  <a:moveTo>
                    <a:pt x="0" y="0"/>
                  </a:moveTo>
                  <a:lnTo>
                    <a:pt x="286687" y="0"/>
                  </a:lnTo>
                  <a:lnTo>
                    <a:pt x="286687" y="3136478"/>
                  </a:lnTo>
                  <a:lnTo>
                    <a:pt x="0" y="3136478"/>
                  </a:lnTo>
                  <a:close/>
                </a:path>
              </a:pathLst>
            </a:custGeom>
            <a:gradFill rotWithShape="true">
              <a:gsLst>
                <a:gs pos="0">
                  <a:srgbClr val="696969">
                    <a:alpha val="41040"/>
                  </a:srgbClr>
                </a:gs>
                <a:gs pos="33333">
                  <a:srgbClr val="B4B4B4">
                    <a:alpha val="47025"/>
                  </a:srgbClr>
                </a:gs>
                <a:gs pos="66667">
                  <a:srgbClr val="EEEEEE">
                    <a:alpha val="40185"/>
                  </a:srgbClr>
                </a:gs>
                <a:gs pos="100000">
                  <a:srgbClr val="FBFBFB">
                    <a:alpha val="1254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86687" cy="3155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8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2918" y="0"/>
            <a:ext cx="8585708" cy="10287000"/>
            <a:chOff x="0" y="0"/>
            <a:chExt cx="8585708" cy="10287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85708" cy="10287000"/>
            </a:xfrm>
            <a:custGeom>
              <a:avLst/>
              <a:gdLst/>
              <a:ahLst/>
              <a:cxnLst/>
              <a:rect r="r" b="b" t="t" l="l"/>
              <a:pathLst>
                <a:path h="10287000" w="8585708">
                  <a:moveTo>
                    <a:pt x="8585708" y="762"/>
                  </a:moveTo>
                  <a:cubicBezTo>
                    <a:pt x="8581644" y="20447"/>
                    <a:pt x="8577961" y="40132"/>
                    <a:pt x="8573515" y="59690"/>
                  </a:cubicBezTo>
                  <a:cubicBezTo>
                    <a:pt x="8478139" y="485521"/>
                    <a:pt x="8382635" y="911225"/>
                    <a:pt x="8287258" y="1337056"/>
                  </a:cubicBezTo>
                  <a:cubicBezTo>
                    <a:pt x="8146288" y="1966722"/>
                    <a:pt x="8005699" y="2596388"/>
                    <a:pt x="7864601" y="3225927"/>
                  </a:cubicBezTo>
                  <a:cubicBezTo>
                    <a:pt x="7691247" y="3999103"/>
                    <a:pt x="7517384" y="4772152"/>
                    <a:pt x="7344028" y="5545328"/>
                  </a:cubicBezTo>
                  <a:cubicBezTo>
                    <a:pt x="7194676" y="6211443"/>
                    <a:pt x="7045578" y="6877558"/>
                    <a:pt x="6896353" y="7543800"/>
                  </a:cubicBezTo>
                  <a:cubicBezTo>
                    <a:pt x="6765289" y="8129016"/>
                    <a:pt x="6634480" y="8714105"/>
                    <a:pt x="6503162" y="9299194"/>
                  </a:cubicBezTo>
                  <a:cubicBezTo>
                    <a:pt x="6429375" y="9628251"/>
                    <a:pt x="6354953" y="9957181"/>
                    <a:pt x="6280785" y="10286238"/>
                  </a:cubicBezTo>
                  <a:cubicBezTo>
                    <a:pt x="4199382" y="10286238"/>
                    <a:pt x="2118106" y="10286111"/>
                    <a:pt x="36830" y="10287000"/>
                  </a:cubicBezTo>
                  <a:cubicBezTo>
                    <a:pt x="6731" y="10287000"/>
                    <a:pt x="0" y="10280269"/>
                    <a:pt x="0" y="10250043"/>
                  </a:cubicBezTo>
                  <a:cubicBezTo>
                    <a:pt x="762" y="6845681"/>
                    <a:pt x="762" y="3441319"/>
                    <a:pt x="0" y="36957"/>
                  </a:cubicBezTo>
                  <a:cubicBezTo>
                    <a:pt x="0" y="6731"/>
                    <a:pt x="6731" y="0"/>
                    <a:pt x="36830" y="0"/>
                  </a:cubicBezTo>
                  <a:cubicBezTo>
                    <a:pt x="2886456" y="762"/>
                    <a:pt x="5736082" y="762"/>
                    <a:pt x="8585708" y="762"/>
                  </a:cubicBezTo>
                  <a:close/>
                </a:path>
              </a:pathLst>
            </a:custGeom>
            <a:blipFill>
              <a:blip r:embed="rId2"/>
              <a:stretch>
                <a:fillRect l="-39833" t="0" r="-3983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5683558" y="984829"/>
            <a:ext cx="9870338" cy="8273471"/>
            <a:chOff x="0" y="0"/>
            <a:chExt cx="2599595" cy="217902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99595" cy="2179021"/>
            </a:xfrm>
            <a:custGeom>
              <a:avLst/>
              <a:gdLst/>
              <a:ahLst/>
              <a:cxnLst/>
              <a:rect r="r" b="b" t="t" l="l"/>
              <a:pathLst>
                <a:path h="2179021" w="2599595">
                  <a:moveTo>
                    <a:pt x="20393" y="0"/>
                  </a:moveTo>
                  <a:lnTo>
                    <a:pt x="2579202" y="0"/>
                  </a:lnTo>
                  <a:cubicBezTo>
                    <a:pt x="2584610" y="0"/>
                    <a:pt x="2589798" y="2149"/>
                    <a:pt x="2593622" y="5973"/>
                  </a:cubicBezTo>
                  <a:cubicBezTo>
                    <a:pt x="2597447" y="9798"/>
                    <a:pt x="2599595" y="14985"/>
                    <a:pt x="2599595" y="20393"/>
                  </a:cubicBezTo>
                  <a:lnTo>
                    <a:pt x="2599595" y="2158628"/>
                  </a:lnTo>
                  <a:cubicBezTo>
                    <a:pt x="2599595" y="2164037"/>
                    <a:pt x="2597447" y="2169224"/>
                    <a:pt x="2593622" y="2173048"/>
                  </a:cubicBezTo>
                  <a:cubicBezTo>
                    <a:pt x="2589798" y="2176873"/>
                    <a:pt x="2584610" y="2179021"/>
                    <a:pt x="2579202" y="2179021"/>
                  </a:cubicBezTo>
                  <a:lnTo>
                    <a:pt x="20393" y="2179021"/>
                  </a:lnTo>
                  <a:cubicBezTo>
                    <a:pt x="14985" y="2179021"/>
                    <a:pt x="9798" y="2176873"/>
                    <a:pt x="5973" y="2173048"/>
                  </a:cubicBezTo>
                  <a:cubicBezTo>
                    <a:pt x="2149" y="2169224"/>
                    <a:pt x="0" y="2164037"/>
                    <a:pt x="0" y="2158628"/>
                  </a:cubicBezTo>
                  <a:lnTo>
                    <a:pt x="0" y="20393"/>
                  </a:lnTo>
                  <a:cubicBezTo>
                    <a:pt x="0" y="14985"/>
                    <a:pt x="2149" y="9798"/>
                    <a:pt x="5973" y="5973"/>
                  </a:cubicBezTo>
                  <a:cubicBezTo>
                    <a:pt x="9798" y="2149"/>
                    <a:pt x="14985" y="0"/>
                    <a:pt x="20393" y="0"/>
                  </a:cubicBezTo>
                  <a:close/>
                </a:path>
              </a:pathLst>
            </a:custGeom>
            <a:solidFill>
              <a:srgbClr val="FFFFFF">
                <a:alpha val="58824"/>
              </a:srgbClr>
            </a:solidFill>
            <a:ln w="38100" cap="rnd">
              <a:solidFill>
                <a:srgbClr val="000000">
                  <a:alpha val="58824"/>
                </a:srgbClr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599595" cy="219807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6997161" y="3100177"/>
            <a:ext cx="2706695" cy="2696122"/>
            <a:chOff x="0" y="0"/>
            <a:chExt cx="6502400" cy="6477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3"/>
              <a:stretch>
                <a:fillRect l="223" t="-14251" r="223" b="-14251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9915711" y="4070929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15711" y="4631511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15711" y="5199655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6997161" y="6109038"/>
            <a:ext cx="2706695" cy="2696122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-23042" y="119185"/>
              <a:ext cx="6542159" cy="6244242"/>
            </a:xfrm>
            <a:custGeom>
              <a:avLst/>
              <a:gdLst/>
              <a:ahLst/>
              <a:cxnLst/>
              <a:rect r="r" b="b" t="t" l="l"/>
              <a:pathLst>
                <a:path h="6244242" w="6542159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9"/>
              <a:stretch>
                <a:fillRect l="-8683" t="0" r="-10604" b="-60207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040506"/>
            </a:solid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915711" y="7079789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915711" y="7640372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5"/>
                </a:lnTo>
                <a:lnTo>
                  <a:pt x="0" y="39917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915711" y="8208516"/>
            <a:ext cx="399176" cy="399176"/>
          </a:xfrm>
          <a:custGeom>
            <a:avLst/>
            <a:gdLst/>
            <a:ahLst/>
            <a:cxnLst/>
            <a:rect r="r" b="b" t="t" l="l"/>
            <a:pathLst>
              <a:path h="399176" w="399176">
                <a:moveTo>
                  <a:pt x="0" y="0"/>
                </a:moveTo>
                <a:lnTo>
                  <a:pt x="399176" y="0"/>
                </a:lnTo>
                <a:lnTo>
                  <a:pt x="399176" y="399176"/>
                </a:lnTo>
                <a:lnTo>
                  <a:pt x="0" y="39917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7991617" y="1593771"/>
            <a:ext cx="4921232" cy="898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91"/>
              </a:lnSpc>
              <a:spcBef>
                <a:spcPct val="0"/>
              </a:spcBef>
            </a:pPr>
            <a:r>
              <a:rPr lang="en-US" sz="5283" spc="184" strike="noStrike" u="none">
                <a:solidFill>
                  <a:srgbClr val="010101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TEAM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15711" y="3054138"/>
            <a:ext cx="2706695" cy="41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 spc="-48" b="true">
                <a:solidFill>
                  <a:srgbClr val="010101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MADHAV GARG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42142" y="3561912"/>
            <a:ext cx="406959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053" spc="16">
                <a:solidFill>
                  <a:srgbClr val="01010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WIKI MAN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52233" y="4602936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_madhavgarg._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52233" y="5226561"/>
            <a:ext cx="4020273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ghar ka pta jan kar kya kro 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452233" y="4082534"/>
            <a:ext cx="3559508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9855303300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15711" y="6062999"/>
            <a:ext cx="2706695" cy="410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8"/>
              </a:lnSpc>
            </a:pPr>
            <a:r>
              <a:rPr lang="en-US" sz="2416" b="true">
                <a:solidFill>
                  <a:srgbClr val="010101"/>
                </a:solidFill>
                <a:latin typeface="Montserrat Light Bold"/>
                <a:ea typeface="Montserrat Light Bold"/>
                <a:cs typeface="Montserrat Light Bold"/>
                <a:sym typeface="Montserrat Light Bold"/>
              </a:rPr>
              <a:t>VANSH THAPAR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42142" y="6570773"/>
            <a:ext cx="4069598" cy="337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1"/>
              </a:lnSpc>
            </a:pPr>
            <a:r>
              <a:rPr lang="en-US" sz="2053" spc="16">
                <a:solidFill>
                  <a:srgbClr val="01010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NO SUCH POSITION...............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52233" y="7611797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vanshthapar2005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52233" y="8235422"/>
            <a:ext cx="3788059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ladkiyo ke dilo mein😍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52233" y="7091394"/>
            <a:ext cx="3559508" cy="34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56"/>
              </a:lnSpc>
              <a:spcBef>
                <a:spcPct val="0"/>
              </a:spcBef>
            </a:pPr>
            <a:r>
              <a:rPr lang="en-US" sz="2069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9041681979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66275" y="9715500"/>
            <a:ext cx="7006231" cy="406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33"/>
              </a:lnSpc>
            </a:pPr>
            <a:r>
              <a:rPr lang="en-US" sz="238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*no rishi and moksh were harmed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DAGQhSPcLGk</dc:identifier>
  <dcterms:modified xsi:type="dcterms:W3CDTF">2011-08-01T06:04:30Z</dcterms:modified>
  <cp:revision>1</cp:revision>
  <dc:title>kalvium</dc:title>
</cp:coreProperties>
</file>